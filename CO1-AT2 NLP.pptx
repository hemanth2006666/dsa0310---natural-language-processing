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0323" y="2802533"/>
            <a:ext cx="76237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FFC000"/>
                </a:solidFill>
              </a:rPr>
              <a:t>Comparative Study of NLP </a:t>
            </a:r>
            <a:r>
              <a:rPr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sz="2800" b="1" dirty="0">
                <a:solidFill>
                  <a:srgbClr val="FFC000"/>
                </a:solidFill>
              </a:rPr>
              <a:t> and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63297" y="1188460"/>
            <a:ext cx="85039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DSA0310-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800" y="4787035"/>
            <a:ext cx="5029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dirty="0"/>
              <a:t>Presented by: </a:t>
            </a:r>
            <a:endParaRPr lang="en-US" dirty="0"/>
          </a:p>
          <a:p>
            <a:pPr>
              <a:spcAft>
                <a:spcPts val="800"/>
              </a:spcAft>
              <a:defRPr sz="1800" b="0"/>
            </a:pPr>
            <a:r>
              <a:rPr lang="en-US" dirty="0"/>
              <a:t>Hemanth P(192472285)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dirty="0" err="1"/>
              <a:t>O.Jagan</a:t>
            </a:r>
            <a:r>
              <a:rPr lang="en-IN" dirty="0"/>
              <a:t> </a:t>
            </a:r>
            <a:r>
              <a:rPr lang="en-IN" dirty="0" err="1"/>
              <a:t>mohan</a:t>
            </a:r>
            <a:r>
              <a:rPr lang="en-IN" dirty="0"/>
              <a:t> </a:t>
            </a:r>
            <a:r>
              <a:rPr lang="en-IN" dirty="0" err="1"/>
              <a:t>reddy</a:t>
            </a:r>
            <a:r>
              <a:rPr lang="en-IN" dirty="0"/>
              <a:t>(192324193)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dirty="0" err="1"/>
              <a:t>G.Naveen</a:t>
            </a:r>
            <a:r>
              <a:rPr lang="en-IN" dirty="0"/>
              <a:t>(192324110)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60" y="876894"/>
            <a:ext cx="35537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/>
              <a:t>1.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sz="2800" b="1" dirty="0"/>
              <a:t> to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6950" y="2168012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NLP enables computers to understand and process human language.</a:t>
            </a:r>
          </a:p>
          <a:p>
            <a:pPr>
              <a:spcAft>
                <a:spcPts val="800"/>
              </a:spcAft>
              <a:defRPr sz="22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combines linguistics, machine learning and deep learning.</a:t>
            </a:r>
          </a:p>
          <a:p>
            <a:pPr>
              <a:spcAft>
                <a:spcPts val="800"/>
              </a:spcAft>
              <a:defRPr sz="22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NLP is used for text, speech and language-based applications.</a:t>
            </a:r>
          </a:p>
          <a:p>
            <a:pPr>
              <a:spcAft>
                <a:spcPts val="800"/>
              </a:spcAft>
              <a:defRPr sz="22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Different models and algorithms provide different levels of accuracy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/>
              <a:t>2. Major NLP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Traditional</a:t>
            </a:r>
          </a:p>
          <a:p>
            <a:r>
              <a:t>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RNN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LSTM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Transformer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BERT / 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dirty="0"/>
              <a:t> models → sequence models → attention-based models → large language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587850" y="69809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/>
              <a:t>3. Common NLP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4270" y="1699998"/>
            <a:ext cx="1005840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ü"/>
              <a:defRPr sz="2100" b="0"/>
            </a:pPr>
            <a:r>
              <a:rPr dirty="0"/>
              <a:t>• Naive Bayes – text classification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ü"/>
              <a:defRPr sz="2100" b="0"/>
            </a:pPr>
            <a:r>
              <a:rPr dirty="0"/>
              <a:t>• TF-IDF – text representation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ü"/>
              <a:defRPr sz="2100" b="0"/>
            </a:pPr>
            <a:r>
              <a:rPr dirty="0"/>
              <a:t>• Word2Vec – word embeddings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ü"/>
              <a:defRPr sz="2100" b="0"/>
            </a:pPr>
            <a:r>
              <a:rPr dirty="0"/>
              <a:t>• K-Means – text clustering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ü"/>
              <a:defRPr sz="2100" b="0"/>
            </a:pPr>
            <a:r>
              <a:rPr dirty="0"/>
              <a:t>• CRF – sequence labeling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ü"/>
              <a:defRPr sz="2100" b="0"/>
            </a:pPr>
            <a:r>
              <a:rPr dirty="0"/>
              <a:t>• Attention – context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4951" y="274320"/>
            <a:ext cx="56716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/>
              <a:t>4. Comparative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sz="2800" b="1" dirty="0"/>
              <a:t> of NLP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/>
              <a:t>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188720"/>
            <a:ext cx="22860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/>
              <a:t>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188720"/>
            <a:ext cx="21945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/>
              <a:t>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188720"/>
            <a:ext cx="45720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/>
              <a:t>Typical Strength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201168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RNN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938528"/>
            <a:ext cx="2286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Short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938528"/>
            <a:ext cx="219456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Moderate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938528"/>
            <a:ext cx="4572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Sequential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201168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LSTM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688336"/>
            <a:ext cx="2286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Longer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688336"/>
            <a:ext cx="219456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Higher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688336"/>
            <a:ext cx="4572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Long-term dependencies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38144"/>
            <a:ext cx="201168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Transformer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3438144"/>
            <a:ext cx="2286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Very long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438144"/>
            <a:ext cx="219456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438144"/>
            <a:ext cx="4572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Parallel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87952"/>
            <a:ext cx="201168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BERT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187952"/>
            <a:ext cx="2286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Bidirectional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4187952"/>
            <a:ext cx="219456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Very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187952"/>
            <a:ext cx="4572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Understanding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37760"/>
            <a:ext cx="201168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GPT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4937760"/>
            <a:ext cx="2286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Context-based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4937760"/>
            <a:ext cx="219456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Very 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4937760"/>
            <a:ext cx="4572000" cy="621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/>
              <a:t>Text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473" y="640080"/>
            <a:ext cx="40126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/>
              <a:t>5.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z="2800" b="1" dirty="0"/>
              <a:t>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1828800"/>
            <a:ext cx="1005840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/>
            </a:pPr>
            <a:r>
              <a:rPr dirty="0"/>
              <a:t>Naive Bayes  → Simple, fast,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dirty="0"/>
              <a:t> for basic classification</a:t>
            </a:r>
          </a:p>
          <a:p>
            <a:pPr>
              <a:spcAft>
                <a:spcPts val="800"/>
              </a:spcAft>
              <a:defRPr sz="2100" b="0"/>
            </a:pPr>
            <a:r>
              <a:rPr dirty="0"/>
              <a:t>TF-IDF       → Simple text features, easy to interpret</a:t>
            </a:r>
          </a:p>
          <a:p>
            <a:pPr>
              <a:spcAft>
                <a:spcPts val="800"/>
              </a:spcAft>
              <a:defRPr sz="2100" b="0"/>
            </a:pPr>
            <a:r>
              <a:rPr dirty="0"/>
              <a:t>Word2Vec     → Captures word relationships</a:t>
            </a:r>
          </a:p>
          <a:p>
            <a:pPr>
              <a:spcAft>
                <a:spcPts val="800"/>
              </a:spcAft>
              <a:defRPr sz="2100" b="0"/>
            </a:pPr>
            <a:r>
              <a:rPr dirty="0"/>
              <a:t>K-Means      → Groups similar documents</a:t>
            </a:r>
          </a:p>
          <a:p>
            <a:pPr>
              <a:spcAft>
                <a:spcPts val="800"/>
              </a:spcAft>
              <a:defRPr sz="2100" b="0"/>
            </a:pPr>
            <a:r>
              <a:rPr dirty="0"/>
              <a:t>CRF          → Useful for sequence labeling</a:t>
            </a:r>
          </a:p>
          <a:p>
            <a:pPr>
              <a:spcAft>
                <a:spcPts val="800"/>
              </a:spcAft>
              <a:defRPr sz="2100" b="0"/>
            </a:pPr>
            <a:r>
              <a:rPr dirty="0"/>
              <a:t>Attention     → Focuses on important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3430" y="274320"/>
            <a:ext cx="53146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/>
              <a:t>6.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</a:t>
            </a:r>
            <a:r>
              <a:rPr sz="2800" b="1" dirty="0"/>
              <a:t> Applications of NLP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Chatbots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Sentiment</a:t>
            </a:r>
          </a:p>
          <a:p>
            <a:r>
              <a:t>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Machine</a:t>
            </a:r>
          </a:p>
          <a:p>
            <a:r>
              <a:t>Translation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46304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Text</a:t>
            </a:r>
          </a:p>
          <a:p>
            <a:r>
              <a:t>Summarization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402336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Speech &amp;</a:t>
            </a:r>
          </a:p>
          <a:p>
            <a:r>
              <a:t>Voice Assistants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02336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Search</a:t>
            </a:r>
          </a:p>
          <a:p>
            <a:r>
              <a:t>Engines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02336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/>
              <a:t>Spam</a:t>
            </a:r>
          </a:p>
          <a:p>
            <a:r>
              <a:t>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7748" y="668594"/>
            <a:ext cx="22605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9429" y="2133265"/>
            <a:ext cx="1033272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algorithms are simple and efficient for basic NLP tasks.</a:t>
            </a:r>
          </a:p>
          <a:p>
            <a:pPr>
              <a:spcAft>
                <a:spcPts val="800"/>
              </a:spcAft>
              <a:defRPr sz="21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RNN and LSTM models handle sequential information effectively.</a:t>
            </a:r>
          </a:p>
          <a:p>
            <a:pPr>
              <a:spcAft>
                <a:spcPts val="800"/>
              </a:spcAft>
              <a:defRPr sz="21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Transformers provide strong context understanding and parallel processing.</a:t>
            </a:r>
          </a:p>
          <a:p>
            <a:pPr>
              <a:spcAft>
                <a:spcPts val="800"/>
              </a:spcAft>
              <a:defRPr sz="21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BERT and GPT-style models support advanced language understanding and generation.</a:t>
            </a:r>
          </a:p>
          <a:p>
            <a:pPr>
              <a:spcAft>
                <a:spcPts val="800"/>
              </a:spcAft>
              <a:defRPr sz="21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best choice depends on the task, data, accuracy and computing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318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Hemanth p</dc:creator>
  <cp:keywords/>
  <dc:description>generated using python-pptx</dc:description>
  <cp:lastModifiedBy>Hemanth p</cp:lastModifiedBy>
  <cp:revision>2</cp:revision>
  <dcterms:created xsi:type="dcterms:W3CDTF">2013-01-27T09:14:16Z</dcterms:created>
  <dcterms:modified xsi:type="dcterms:W3CDTF">2026-10-21T14:41:28Z</dcterms:modified>
  <cp:category/>
</cp:coreProperties>
</file>